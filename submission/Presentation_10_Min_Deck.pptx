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Predictive Sales Analytics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Leakage-safe repeat-purchase prediction on the Olist e-commerce dataset</a:t>
            </a:r>
          </a:p>
          <a:p>
            <a:r>
              <a:t>Aditya Kammati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 whether a customer buys again within 180 days after the first delivered order.</a:t>
            </a:r>
          </a:p>
          <a:p>
            <a:pPr>
              <a:defRPr sz="2400"/>
            </a:pPr>
            <a:r>
              <a:t>This is a retention-focused, business-relevant CRM problem.</a:t>
            </a:r>
          </a:p>
          <a:p>
            <a:pPr>
              <a:defRPr sz="2400"/>
            </a:pPr>
            <a:r>
              <a:t>The goal is ranking high-potential repeat customers, not just maximizing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Target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Source: Olist Brazilian e-commerce dataset with orders, reviews, items, payments, products, and sellers.</a:t>
            </a:r>
          </a:p>
          <a:p>
            <a:pPr>
              <a:defRPr sz="2400"/>
            </a:pPr>
            <a:r>
              <a:t>One row per customer using only the first delivered order.</a:t>
            </a:r>
          </a:p>
          <a:p>
            <a:pPr>
              <a:defRPr sz="2400"/>
            </a:pPr>
            <a:r>
              <a:t>Score time = max(delivery time, review creation time) to prevent future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pic>
        <p:nvPicPr>
          <p:cNvPr id="3" name="Picture 2" descr="target_rate_by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315200" cy="50643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383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The positive class is rare, so accuracy is misleading.</a:t>
            </a:r>
          </a:p>
          <a:p>
            <a:pPr>
              <a:defRPr sz="2100"/>
            </a:pPr>
            <a:r>
              <a:t>Review text is missing for many customers.</a:t>
            </a:r>
          </a:p>
          <a:p>
            <a:pPr>
              <a:defRPr sz="2100"/>
            </a:pPr>
            <a:r>
              <a:t>EDA showed that delivery quality and customer experience matter.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Review features: score, text presence, text length, punctuation counts.</a:t>
            </a:r>
          </a:p>
          <a:p>
            <a:pPr>
              <a:defRPr sz="2400"/>
            </a:pPr>
            <a:r>
              <a:t>Business features: price, freight, payments, delivery, item count, seller and customer context.</a:t>
            </a:r>
          </a:p>
          <a:p>
            <a:pPr>
              <a:defRPr sz="2400"/>
            </a:pPr>
            <a:r>
              <a:t>Log transforms were used for skewed numeric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Dummy prior, logistic baselines, random forest, TF-IDF text model, combined model, advanced HGB, and late fusion.</a:t>
            </a:r>
          </a:p>
          <a:p>
            <a:pPr>
              <a:defRPr sz="2400"/>
            </a:pPr>
            <a:r>
              <a:t>Temporal split used instead of random split.</a:t>
            </a:r>
          </a:p>
          <a:p>
            <a:pPr>
              <a:defRPr sz="2400"/>
            </a:pPr>
            <a:r>
              <a:t>Main metrics: PR-AUC, ROC-AUC, Precision@10%, Lift@10%.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pic>
        <p:nvPicPr>
          <p:cNvPr id="3" name="Picture 2" descr="test_pr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383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Best model: advanced_tabular_hgb</a:t>
            </a:r>
          </a:p>
          <a:p>
            <a:pPr>
              <a:defRPr sz="2100"/>
            </a:pPr>
            <a:r>
              <a:t>Test PR-AUC: 0.0246</a:t>
            </a:r>
          </a:p>
          <a:p>
            <a:pPr>
              <a:defRPr sz="2100"/>
            </a:pPr>
            <a:r>
              <a:t>Structured business features outperformed sparse review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Value</a:t>
            </a:r>
          </a:p>
        </p:txBody>
      </p:sp>
      <p:pic>
        <p:nvPicPr>
          <p:cNvPr id="3" name="Picture 2" descr="test_lif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31520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383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Lift@10% = 1.8119</a:t>
            </a:r>
          </a:p>
          <a:p>
            <a:pPr>
              <a:defRPr sz="2100"/>
            </a:pPr>
            <a:r>
              <a:t>The top-ranked customer segment is much richer in positives than the base rate.</a:t>
            </a:r>
          </a:p>
          <a:p>
            <a:pPr>
              <a:defRPr sz="2100"/>
            </a:pPr>
            <a:r>
              <a:t>This is directly useful for CRM targeting.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</a:t>
            </a:r>
          </a:p>
        </p:txBody>
      </p:sp>
      <p:pic>
        <p:nvPicPr>
          <p:cNvPr id="3" name="Picture 2" descr="top_permutation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315200" cy="447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383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Key signals include text length, review score, freight burden, payment value, and delivery-related features.</a:t>
            </a:r>
          </a:p>
          <a:p>
            <a:pPr>
              <a:defRPr sz="2100"/>
            </a:pPr>
            <a:r>
              <a:t>The feature importance pattern is business-interpretable.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project delivers a leakage-safe retention-prediction pipeline.</a:t>
            </a:r>
          </a:p>
          <a:p>
            <a:pPr>
              <a:defRPr sz="2400"/>
            </a:pPr>
            <a:r>
              <a:t>Advanced tabular histogram gradient boosting was the strongest model.</a:t>
            </a:r>
          </a:p>
          <a:p>
            <a:pPr>
              <a:defRPr sz="2400"/>
            </a:pPr>
            <a:r>
              <a:t>Main conclusion: structured first-order business signals are stronger than sparse review text on this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